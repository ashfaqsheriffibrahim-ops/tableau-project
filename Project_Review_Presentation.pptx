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Arial"/>
              </a:rPr>
              <a:t>Revenue by Team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&quot;$&quot;0.0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Commercial</c:v>
                  </c:pt>
                  <c:pt idx="1">
                    <c:v>Medicare</c:v>
                  </c:pt>
                  <c:pt idx="2">
                    <c:v>Billing</c:v>
                  </c:pt>
                  <c:pt idx="3">
                    <c:v>Individual Enrollment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53.69</c:v>
                </c:pt>
                <c:pt idx="1">
                  <c:v>25.3</c:v>
                </c:pt>
                <c:pt idx="2">
                  <c:v>15.15</c:v>
                </c:pt>
                <c:pt idx="3">
                  <c:v>8.19</c:v>
                </c:pt>
              </c:numCache>
            </c:numRef>
          </c:val>
        </c:ser>
        <c:dLbls>
          <c:numFmt formatCode="&quot;$&quot;0.0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&quot;$&quot;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Arial"/>
              </a:rPr>
              <a:t>Resolution Rate vs. Backlog Rate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Ticket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F2A65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Resolution Rate</c:v>
                </c:pt>
                <c:pt idx="1">
                  <c:v>Backlog Rate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49.9</c:v>
                </c:pt>
                <c:pt idx="1">
                  <c:v>50.1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.xml"/><Relationship Id="rId8" Type="http://schemas.openxmlformats.org/officeDocument/2006/relationships/chart" Target="/ppt/charts/chart2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Growth Storyboard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Medicare, Commercial, Enrollment &amp; Billing performance data into one Tableau view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3657600"/>
            <a:ext cx="1051560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REGION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(Delivery) → USA (Client)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29768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WINDOW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976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2024, Quarterly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86384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86384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+ MS Excel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Ashfaq  |  Health Operations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health-operations projects, one consolidated story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4480560"/>
          </a:xfrm>
          <a:prstGeom prst="roundRect">
            <a:avLst>
              <a:gd name="adj" fmla="val 1633"/>
            </a:avLst>
          </a:prstGeom>
          <a:solidFill>
            <a:srgbClr val="EAF4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6217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India-based service delivery team supports four US health insurance workstreams — Medicare, Commercial, Individual Enrollment, and Billing. This project analyzes two years of Health Operations data (2023–2024) on a quarterly basis to assess performance across all four teams, consolidating previously siloed records into a single Tableau storyboard ahead of a client visit.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680960" y="1554480"/>
            <a:ext cx="39319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6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0" y="176479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1764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95360" y="155448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80960" y="2679192"/>
            <a:ext cx="39319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6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863840" y="288950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2889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95360" y="2679192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80960" y="3803904"/>
            <a:ext cx="39319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6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0" y="401421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40142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95360" y="3803904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Enrollment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80960" y="4928616"/>
            <a:ext cx="39319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6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0" y="51389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5138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95360" y="4928616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AF4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325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service projects (Medicare, Commercial, Individual Enrollment, Billing) work on the same client deal, with US-based clients and an India-based delivery team — but data is maintained separately by each team with no shared platform.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2423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Accumulating all four projects' data at once is difficult and time-consuming — every request means manually collecting and cleaning data from each team from scratch.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48640" y="36576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21295C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69080"/>
            <a:ext cx="640080" cy="640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9164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691640" y="4114800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client visiting the following week, all project data needed to be unified in one tool to present achievements and business updates across teams.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Solution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was selected as the storyboard tool of choice — best suited to visually communicate team performance, achievements, and employee contributions during the client visit.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BEAE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9339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maintained separately by each of the four teams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data requested only when needed — collected and cleaned on demand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to gather and consolidate data from every team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shared, always-current view of cross-team performance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17920" y="17373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7F4E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659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99339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537960" y="26060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daily data for all teams in one database / Excel source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— no need to re-collect data from each team for every request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refreshes updated data on demand; BI layer presents insights instantly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truth, ready for any client review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AF4F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EAF4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86868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Excel 2021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74520" y="1810512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review, structuring, and understanding before visualization.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13258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EAF4F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868680" cy="8686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523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452360" y="1810512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performance, revenue, and CSAT storyboard across all four teams.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97280" y="329184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the problem statement and solution scope as a Health Operations case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3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097280" y="38404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source data in CSV; converted to Excel for review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4348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6"/>
          <p:cNvSpPr/>
          <p:nvPr/>
        </p:nvSpPr>
        <p:spPr>
          <a:xfrm>
            <a:off x="54864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097280" y="43891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Excel data into Tableau and built charts: tickets raised vs. resolved, SLA target vs. actual hours, revenue, priority vs. status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49834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9"/>
          <p:cNvSpPr/>
          <p:nvPr/>
        </p:nvSpPr>
        <p:spPr>
          <a:xfrm>
            <a:off x="548640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097280" y="49377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calculated fields — SLA%, Avg CSAT%, Resolution rate, Backlog rate, and a status-based ticket category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48640" y="5532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2"/>
          <p:cNvSpPr/>
          <p:nvPr/>
        </p:nvSpPr>
        <p:spPr>
          <a:xfrm>
            <a:off x="548640" y="5532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097280" y="54864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filters for team, ticket status, SLA-met flag, and client manager; arranged charts, KPIs and filters using a floating-container dashboard layout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8640" y="60807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5"/>
          <p:cNvSpPr/>
          <p:nvPr/>
        </p:nvSpPr>
        <p:spPr>
          <a:xfrm>
            <a:off x="548640" y="6080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097280" y="603504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the dashboard story into a PPT for the project review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Operations Analytics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figures as reported in the Tableau dashboard — 2023–2024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EAF4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813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124.60%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1732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Percentage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11396" y="137160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EAF4F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6" y="16002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0076" y="14813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81.09%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180076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CSAT %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074152" y="137160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EAF4F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6002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42832" y="14813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$102.33M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942832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246888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EAF4F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25786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49.90%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141732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Rate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11396" y="246888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EAF4F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9996" y="269748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80076" y="25786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50.10%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5180076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Rate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074152" y="246888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EAF4F8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269748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942832" y="25786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125.12%</a:t>
            </a:r>
            <a:endParaRPr lang="en-US" sz="2200" dirty="0"/>
          </a:p>
        </p:txBody>
      </p:sp>
      <p:sp>
        <p:nvSpPr>
          <p:cNvPr id="27" name="Text 19"/>
          <p:cNvSpPr/>
          <p:nvPr/>
        </p:nvSpPr>
        <p:spPr>
          <a:xfrm>
            <a:off x="8942832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 Hours</a:t>
            </a:r>
            <a:endParaRPr lang="en-US" sz="11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548640" y="3657600"/>
          <a:ext cx="5486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29" name="Chart 1" descr=""/>
          <p:cNvGraphicFramePr/>
          <p:nvPr/>
        </p:nvGraphicFramePr>
        <p:xfrm>
          <a:off x="6309360" y="3657600"/>
          <a:ext cx="5303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AF4F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AF4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002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50876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four projects, the dashboard shows a near-even split between completed and backlog tickets — Resolution Rate 49.90% vs. Backlog Rate 50.10% — with 2,100 tickets raised and 1,048 completed.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BEAE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5468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306324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tickets are processed beyond the targeted SLA hours, meaning SLA targets are not consistently being met — the most significant instability identified on the production side.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AF4F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70916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45920" y="461772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storyboard gives a clear, visual two-year (2023–2024) quarterly view of ticket volume, SLA performance, KPIs, revenue, priority distribution, and ticket status for all four teams in a single place.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features and process actions planned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476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Additional Staff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on new employees to support backlog ticket completion.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03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476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Programs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0" y="26517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to deliver onboarding training and refreshers for employees missing SLA targets.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79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Coverage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49834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overtime work scheduled to clear existing backlog.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264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297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4348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279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Program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00800" y="49834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award recognition for top performers to motivate the wider team.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— Project Review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548640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dataset collection (Health Operations ticket-based dataset)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— calculation-field formulas (resolution rate, backlog rate, Avg CSAT score, SLA%)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Growth Storyboard - Project Review</dc:title>
  <dc:subject>PptxGenJS Presentation</dc:subject>
  <dc:creator>Ashfaq</dc:creator>
  <cp:lastModifiedBy>Ashfaq</cp:lastModifiedBy>
  <cp:revision>1</cp:revision>
  <dcterms:created xsi:type="dcterms:W3CDTF">2026-06-30T09:54:18Z</dcterms:created>
  <dcterms:modified xsi:type="dcterms:W3CDTF">2026-06-30T09:54:18Z</dcterms:modified>
</cp:coreProperties>
</file>